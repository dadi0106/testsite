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Standardisiertes Verfahren: Infrastrukturänderungen in Jira (INFRARCH)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Management Summary &amp; Erfüllung der Akzeptanzkriterien | Konzept &amp;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Ausgangslage &amp; Herausforderung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Infrastrukturänderungen (Netzwerk, DNS, Firewall, OS, Zertifikate) betreffen oft dutzende IT-Produkte gleichzeitig.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Heterogene Projektlandschaft: Viele Anwendungen besitzen ein eigenes Jira-Projekt, kleinere IT-Produkte oder Legacy-Systeme jedoch nicht.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Unklare Betroffenheit bei generischen Diensten (z. B. DNS-Resolver, Subnetz-Routen) führt bisher zu manuellem Nachsteuerungsaufwand.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Lösungsansatz &amp; Zielbild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Zentrales Master-Projekt (INFRARCH) als Single Point of Truth für alle Infrastruktur-Anpassungsanträge.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Zweistufiges Prozessmodell: Fall A (Betroffene unbekannt / Self-Identify) und Fall B (Betroffene bekannt / Direkt-Adressierung).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Zentraler Bulk-Creation-Service: Automatische Anlage von Epic + bis zu 100+ Child-Issues aus Excel/CSV/JSON in &lt; 5 Minuten ohne Skripting in den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Mehrwert &amp; Governance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100 % Erfassung aller IT-Produkte durch definierten Fallback im Sammelprojekt INFRARCH (Label: no-product-jira).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End-to-End-Transparenz durch Echtzeit-Dashboards, standardisierte JQL-Filter und automatisierte SLA-Reminder.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Revisionssichere Dokumentation für Change-Management (ServiceNow-Kopplung) und Rollback-Fähigkeit im Testbetrieb.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1. Use Cases &amp; Fachliche Prozessvarianten (Fall A vs. Fall B)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Klare Differenzierung nach Kenntnisgrad der Betroffenheit und Jira-Verfügbarkeit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Fall A: Betroffene unbekannt (Generisch)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Beispiele: Abschaltung alter DNS-Server, Proxy-Änderungen, TLS-Cipher-Härtung.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Vorgehen: Anlage eines Master-Epics + generisches Sammel-Ticket in INFRARCH.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Kommunikation: Konzernweiter Community-Post + Sammelmail an alle Product Owner (PO) / Service Owner (SO) mit Aufruf zur Selbstidentifikation bis Frist X.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Bei positiver Rückmeldung: Anlage eines dedizierten Child-Tickets zur Testkoordination; Restrisiko wird bewusst über Incident/Problem-Prozess begleitet.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Fall B: Betroffene bekannt (Direkt-Zuordnung)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Beispiele: Firewall-Regel-Migration, Server-/OS-Upgrade, Datenbank-Cluster-Schwenk mit bekannter KVKID-Liste aus CMDB.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Vorgehen: Automatisierte Massenanlage von Child-Tickets je betroffenem Produkt (KVKID).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Aufgabe der Produktteams: Bewertung der Umsetzbarkeit, Bestätigung des Change-Fensters und Durchführung definierter Abnahmetests.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Steuerung: Gezielte Eskalation nur bei Fristüberschreitung (SLA-Breach) oder gemeldeten Blockern.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Sonderfälle: Kein Produkt-Jira &amp; Triage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Szenario 'Kein eigenes Jira-Projekt': Hat eine KVKID kein eigenes Jira-Projekt, legt der Bulk-Service das Child-Ticket automatisch stellvertretend im Projekt INFRARCH an und lädt den PO/SO per E-Mail ein.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Szenario 'Unsichere Betroffenheit (Triage)': Ticket wird mit Status/Label 'triage-unklar' erzeugt. Der SO erhält eine verkürzte Prüf-Deadline, um die Betroffenheit zu verifizieren oder begründet auszuschließen.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2. Systemkontext &amp; Technische Zielarchitektur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Zusammenspiel von Datenquellen, zentralem Bulk-Service und Jira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1. Datenquellen &amp; Inventar (Input)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CMDB &amp; Anwendungsregister: Mapping von KVKID / Service-ID zu Product Owner (PO), Service Owner (SO) und Ziel-Jira-Projekt.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Infrastruktur-Exporte: Firewall-Regellisten, Server-/VM-Inventar, DNS-Zonen-Logs, Zertifikatslisten.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Standardisiertes Intake-Excel / JSON: Konsolidiert Change-Metadaten (Tab 1) und betroffene Objektlisten (Tab 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2. Zentrales Ticketing-Tooling (PoC-Service)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Leichtgewichtiger Python-Service (perspektivisch Web-/JSM-Formular oder CI/CD-Runner), zentral bereitgestellt durch INFRARCH.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Übernimmt Vorab-Validierung (Pflichtfelder, Datumsformate, KVKID-Syntax).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Prüft per API, ob das Ziel-Jira-Projekt existiert – falls nicht, automatisches Fallback-Routing nach INFRARCH.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3. Jira Data Center / Cloud &amp; Schnittstellen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Authentifizierung über dedizierten technischen Service-User mittels Personal Access Token (PAT) / OAuth 2.0.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Nutzung des Endpunkts POST /rest/api/2/issue/bulk für performante Massenanlage.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Projektübergreifende Verknüpfung (Epic-Link / Issue-Link 'Relates to') zum Master-Epic in INFRARCH.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3. Datenmodell, Pflichtfelder &amp; Labeling-Konzept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Standardisierte Attribute für volle Filterbarkeit und eindeutige Zuordnung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Pflichtfelder (Master-Epic &amp; Child-Issues)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Summary (Titel): Standardisiertes Präfix ([INFRA-CHANGE], [INFRA-ACTION], [INFRA-TRIAGE]) + KVKID + Anwendungsname.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Service / KVKID: Eindeutige Kennung des IT-Produkts aus der CMDB (Pflicht in Fall B, 'KVK-0000' bei Fall A Sammel-Ticket).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Umgebung (Stage): Mehrfachauswahl (DEV, TEST, STAGE, PROD).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Change-Fenster &amp; Fälligkeitsdatum (Due Date): Exakter Durchführungszeitraum sowie Frist für die Rückmeldung/Testabnahme.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Inhaltliche Struktur &amp; Optionalfelder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Betroffene Objekte: Strukturierte Liste von Hostnamen, IP-Adressen, Subnetzen oder Firewall-Regel-IDs im Ticket-Body.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Risikoeinschätzung &amp; Testanforderung: Einstufung (Niedrig bis Kritisch) und explizite Vorgabe zum geforderten Abnahmetest (z. B. Smoke-Test).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Ansprechpartner: Technischer Lead seitens Infrastruktur (Reporter) sowie verantwortlicher PO/SO (Assignee).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Labeling- &amp; Komponenten-Schema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Prozess-Labels: 'infra-change', 'fall-a' bzw. 'fall-b', 'change-&lt;chg-id&gt;'.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Triage- &amp; Routing-Labels: 'betroffen-klar', 'triage-unklar', 'self-identify', 'no-product-jira' (für Sammelprojekt-Fallback).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Idempotenz-Label: 'idem-&lt;sha1-hash&gt;' zur sicheren Vermeidung von Duplikaten bei erneutem Skript-Lauf.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4. Technische Umsetzung &amp; Architekturentscheidung (Optionenvergleich)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Robuste Implementierung via Jira REST API vs. native Alternativen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PoC-Lösung: Python Bulk-Service (REST API)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Endpunkt: /rest/api/2/issue/bulk – bündelt bis zu 50 Issues pro API-Call (Skalierung auf 100+ Issues in unter 2 Minuten).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Idempotenz &amp; Deduplizierung: Berechnung eines deterministischen Hashes aus (Change-ID + KVKID + Umgebung); Vorab-Check verhindert doppelte Tickets.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Resilienz: Exponential Backoff &amp; Retry-Logik bei HTTP 429 (Rate Limit) oder temporären 5xx-Fehlern.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Rollback-Fähigkeit: Integrierter Rollback-Parameter schließt oder löscht Testtickets im PoC-Projekt per Batch.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Bewertung der Alternativen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Jira Native CSV-Import: Für gelegentliche manuelle Nutzung geeignet, aber fehleranfällig beim Feld-Mapping und ohne automatischen Projekt-Existenz-Check.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Jira Automation (Out-of-the-box): Ideal für Reminder, Status-Synchronisation und Eskalationen, aber bei &gt;50 Child-Issues aus Anhängen durch Ausführungs-Limits beschränkt.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ScriptRunner / JMWE / Forge App: Sehr gute Zieloption für den späteren Ausbau als integriertes Self-Service-Formular direkt in Jira.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Empfohlene Kombination (Hybrid)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Ticket-Erzeugung: Zentrales Python-Tool / Intake-Excel (PoC) für maximale Kontrolle, Validierung und Geschwindigkeit.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Laufzeit-Steuerung: Jira Automation übernimmt nach der Anlage alle zeitgesteuerten Erinnerungen, SLA-Checks und Eskalationen.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5. UX, Prozess-Intake &amp; Kommunikations-Templates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Nahtlose Führung der Stakeholder vom Antrag bis zur Rückmeldung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Einfacher Prozess-Intake (UX)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Stufe 1 (PoC): Vorkonfiguriertes Excel-Template mit Dropdown-Validierungen, Formeln und automatischer JSON/CSV-Übergabe.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Stufe 2 (Ausbau): JSM-Portal / Web-Formular mit Serienbrief-Logik und direktem CMDB-Lookup der KVKID.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Keinerlei lokales Skripting oder API-Wissen bei den anfordernden Infrastruktur-Architekten oder Produktteams notwendig.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Kommunikationspaket Fall A (Unbekannt)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Standardisierte Vorlage für Intranet / Tech-Community-Post + Sammelmail an den Verteiler aller POs/SOs.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Enthält: Klare Beschreibung der technischen Änderung (z. B. DNS/Netz), Prüf-Checkliste zur Selbstidentifikation, Frist und Direktlink zum Master-Epic.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Low-Barrier-Rückmeldung: Kommentar direkt im Sammel-Ticket oder Klick auf Vorlagen-Link.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Kommunikationspaket Fall B &amp; Sammelprojekt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Direkt adressierte Jira-Tickets an die ermittelten POs/SOs mit klarer Call-to-Action (Impact bestätigen, Zeitfenster prüfen, Tester benennen).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Spezielle E-Mail-Vorlage für Teams ohne eigenes Jira-Projekt: Erklärt kurz, wie sie ihr stellvertretendes Ticket im Projekt INFRARCH einsehen und quittieren.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6. Reporting, Steuerung, JQL-Filter &amp; Automation-Regeln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End-to-End-Transparenz über Rückmeldequoten, SLAs und Blocker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Die 3 zentralen JQL-Filter (PoC-Assets)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1. Overall-Status je Change: project = INFRARCH OR issue in linkedIssues('INFRARCH-100') AND labels = 'infra-change'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2. SLA verletzt / Überfällig: labels = 'infra-change' AND status not in (Done, Closed, 'Nicht betroffen') AND duedate &lt; now()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3. Kritische Blocker &amp; Triage offen: labels = 'infra-change' AND (status = Blocked OR Priority = Highest OR labels = 'triage-unklar')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Zentrales Steuerungs-Dashboard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Gadget 1: Zweidimensionale Filterstatistik (Status vs. Risikoklasse / Zielprojekt).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Gadget 2: Rückmeldequote in % (Bestätigt / Nicht betroffen vs. Offen / Triage).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Gadget 3: Frühwarn-Liste aller Tickets mit ablaufender Frist (&lt; 3 Tage) sowie Produkte im Sammelprojekt (no-product-jira).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Jira Automation (Reminder &amp; Eskalation)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Regel 1 (T-3 Tage vor Due Date): Automatischer Kommentar &amp; Mail-Ping an Assignee bei Status 'Open / In Triage'.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Regel 2 (T+1 Tag nach Due Date / SLA-Breach): Setzt Label 'sla-breached', erhöht Priorität und informiert Infrastruktur-Owner + SO.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Regel 3 (Blocker-Alert): Wird ein Child-Ticket auf 'Blocked' gesetzt, erfolgt sofortige Meldung im Master-Epic.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7. Betriebs-/Runbook-Notiz, Pilotplan &amp; Entscheidungsbedarfe</a:t>
            </a:r>
          </a:p>
          <a:p>
            <a:pPr>
              <a:defRPr sz="1300">
                <a:solidFill>
                  <a:srgbClr val="2F5597"/>
                </a:solidFill>
              </a:defRPr>
            </a:pPr>
            <a:r>
              <a:t>Operationalisierung, Berechtigungskonzept und nächste Schritte bis zum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Runbook: Betrieb &amp; Berechtigungen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Berechtigungen: Technischer Service-User benötigt 'Create Issues' und 'Link Issues' in INFRARCH sowie in angebundenen Produkt-Projekten.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Leserechte: INFRARCH-Projekt ist für alle authentifiziertenPOs/SOs les- und kommentierbar, damit Teams ohne eigenes Jira problemlos arbeiten können.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Fehlerhandling &amp; Support: Schlägt die Anlage in einem Zielprojekt wegen fehlender Rechte/Pflichtfelder fehl, greift automatisch der Fallback nach INFRARCH.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816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PoC-Verprobung &amp; Timeline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Meilenstein 1 (Tag 1-2): Bereitstellung Konzept-PPT, Intake-Excel, Templates und Python Bulk-Skript (erledigt).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Meilenstein 2 (Tag 3-4): technischer PoC-Lauf im INFRARCH-Testbereich (Anlage Master-Epic + 3 repräsentative Child-Issues + Dashboard-Konfiguration).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Meilenstein 3 (Tag 5): Abnahme-Walkthrough (30 Min.) mit Infrastrukturarchitektur und Freigabe für ersten produktiven Pilot-Change.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7680" y="1554480"/>
            <a:ext cx="350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864"/>
                </a:solidFill>
              </a:defRPr>
            </a:pPr>
            <a:r>
              <a:t>▪ Offene Punkte &amp; Entscheidungsbedarfe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Freigabe des technischen Service-Accounts (PAT) für das Projekt INFRARCH.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Bestätigung der Custom-Field-IDs in der Ziel-Jira-Instanz (insb. KVKID-Feld und Epic-Link).</a:t>
            </a:r>
          </a:p>
          <a:p>
            <a:pPr>
              <a:spcAft>
                <a:spcPts val="600"/>
              </a:spcAft>
              <a:defRPr sz="1200">
                <a:solidFill>
                  <a:srgbClr val="262626"/>
                </a:solidFill>
              </a:defRPr>
            </a:pPr>
            <a:r>
              <a:t>• Festlegung der verbindlichen Eskalationsstufen bei Nicht-Rückmeldung durch Produktteams in Fall 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